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SISTEMI OPERATIVI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Introduzione, evoluzione e principali sistemi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Lenovo Glossary · Aranzulla.it · Università di Milano (Bruschi)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Cos'è un Sistema Operativo?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e ruolo fondamentale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 di programmi che fa da intermediario tra l'hardware e l'utente finale — l'"anima" della macchina.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in modo ottimale le risorse hardware del calcolatore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l'uso della macchina a programmatori e utenti finali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software che opera in modalità Kernel (accesso privilegiato al processore)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gli altri programmi operano in User Space (modalità utente)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fondamentale del software di base di un sistema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Gerarchia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hardware alle applicazioni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13716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Applicativo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processor, browser, giochi, email…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137160" cy="10058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di Base / SO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Compilatori, DBMS, Sistema Operativo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13716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disco, periferiche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di Base vs Applicativo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categorie complementari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DI 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 l'uso del computer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le risorse del sistema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i programmatori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Esempi: Compilatori, DBMS,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SO di rete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APPLICATIVO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Soddisfa le esigenze degli utenti finali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Esempi: Word processor,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foglio elettronico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Contabilità, fatturazione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WWW, posta elettronica, news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Evoluzione Storica dei 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generazioni fondamentali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35661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1945–1955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1ª Generazione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Valvole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Shop, solo applicazioni scientifiche, utilizzo CPU ~5%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0592" y="914400"/>
            <a:ext cx="2011680" cy="35661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914400"/>
            <a:ext cx="20116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1955–1965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6312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2ª Generazione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96312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21945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Batch, schede perforate, prime app commerciali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914400"/>
            <a:ext cx="2011680" cy="35661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914400"/>
            <a:ext cx="20116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1965–1980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72584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3ª Generazione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72584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Circuiti Integrati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21945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Multiprogrammazione, Timesharing, applicazioni commerciali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03136" y="914400"/>
            <a:ext cx="2011680" cy="35661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914400"/>
            <a:ext cx="20116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48856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1980–oggi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48856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4ª Generazione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48856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/ PC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94576" y="21945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Computer, GUI, applicazioni personali di massa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Sistemi Batch e Timesharing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 dell'uso della CPU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(2ª gen.): Lavori accodati — CPU esegue uno alla volta senza interruzioni utente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unità I/O lente (schede, stampanti) vengono sostituite da nastri magnetici più veloci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il Job Control Language (JCL) per automatizzare la sequenza dei job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tipico: ~33 job/ora con utilizzo CPU al 55%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TIMESHARING (3ª gen.): La CPU alterna rapidamente tra più utenti/processi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utente percepisce di avere il sistema dedicato — base della moderna multiprogrammazione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Concetti chiave: Tempo di turnaround, Execution time, Throughput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Funzioni Principali del 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gestisce un sistema operativo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6916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Gestione processi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CPU, creazione e terminazione processi, sincronizzazione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6916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Gestione memoria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Allocazione RAM, memoria virtuale, protezione degli spazi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2697480" cy="16916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051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File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Organizzazione, accesso e sicurezza dei dati su disco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2697480" cy="16916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971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Gestione I/O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per periferiche, buffering, spooling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880360"/>
            <a:ext cx="2697480" cy="16916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2971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Sicurezza &amp; protezione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utenti, permessi, isolamento processi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2880360"/>
            <a:ext cx="2697480" cy="16916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971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Networking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Protocolli di rete, socket, comunicazione tra processi remoti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Kernel Mode vs User Mode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protezione del sistema operativo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6576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KERNEL MODE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diretto all'hardware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il SO (o parti di esso) opera in questo modo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restrizione sulle istruzioni della CPU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Vulnerabilità → crash di sistema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36576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MODE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limitato all'hardware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programmi applicativi e utente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 privilegiate non consentite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→ solo il processo si blocca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Principali Sistemi Operativi per PC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SO ha punti di forza diversi — la scelta dipende dall'utenza e dall'uso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20240" cy="26517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192024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diffuso al mondo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(Microsoft)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42032" y="1920240"/>
            <a:ext cx="1920240" cy="26517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1920240"/>
            <a:ext cx="192024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33472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Apple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Eleganza e stabilità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26864" y="1920240"/>
            <a:ext cx="1920240" cy="26517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920240"/>
            <a:ext cx="1920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18304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Altamente personalizzabile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11696" y="1920240"/>
            <a:ext cx="1920240" cy="26517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11696" y="1920240"/>
            <a:ext cx="19202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ChromeOS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03136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Semplicità estrema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(Microsoft)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 per PC più diffuso al mondo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Punti di forza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installato globalmente: massima compatibilità hardware/software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Disponibile in versioni Home e Pro (Windows 10 &amp; 11)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 piattaforma gaming: Steam, Epic, Xbox Game Pass…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Intuitivo: icone e menu facili anche per neofiti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Defender integrato per protezione da malware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di sicurezza regolari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Punti deboli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 a pagamento (licenza OEM/Retail)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Storicamente più vulnerabile a virus e malware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richiede requisiti hardware specifici (TPM 2.0)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 precedenti a 8.1 non più supportate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(Apple)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Eleganza, stabilità e integrazione ecosistema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Esclusivo per hardware Apple (MacBook, iMac, Mac mini)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ricercato — interfaccia elegante e intuitiva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stabilità e performance ottimizzata su chip Apple Silicon (M-series)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Ottima integrazione con iPhone, iPad, Apple Watch (Handoff, AirDrop, Continuity)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Eccellente per creativi: design grafico, musica, video editing (Logic Pro, Final Cut)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rischio malware rispetto a Windows (base utenti minore)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gratuiti tramite App Store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Svantaggio: costo hardware elevato, minore flessibilità hardware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Svantaggio: meno titoli gaming rispetto a Windows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 open source per eccellenza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Caratteristiche principali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e gratuito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Altamente personalizzabile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condiviso, molte distribuzioni (Ubuntu, Debian, Fedora, Arch…)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 server, cloud e ambienti enterprise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Sicuro e stabile: usato su server critici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community di sviluppatori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Distribuzioni popolari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— facile da usare, ideale per neofiti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— stabilità estrema, base di molte distro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 — aggiornata, per sviluppatori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Linux — controllo totale, per esperti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Mint — simile a Windows, ottima per chi migra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— sicurezza e penetration testing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ChromeOS (Google)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operativo cloud-first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da Google, basato su Linux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Pensato per l'uso online: tutto si svolge nel browser Chrome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Leggerissimo: ottimo su dispositivi economici (Chromebook)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rapidissimo e aggiornamenti automatici in background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Supporta app Android (Google Play Store)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Sicuro: ogni scheda del browser è isolata (sandboxing)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 studenti, didattica e uso aziendale base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Svantaggio: funzionalità offline limitate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Svantaggio: non adatto a software professionali pesanti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(Google)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 mobile più diffuso al mondo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784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Basato su kernel Linux · Open Source · Utilizzato da Samsung, Xiaomi, OnePlus, Google Pixel e molti altri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mobile più installato al mondo (&gt;70% market share)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personalizzazione: launcher, widget, app di terze parti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Store: milioni di applicazioni disponibili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Compatibile con un'enorme varietà di hardware e fasce di prezzo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con servizi Google (Gmail, Maps, Drive, Assistant)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Possibilità di installare APK esterni (sideloading)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Frammentazione: aggiornamenti non sempre uniformi tra produttori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iOS (Apple)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Sicurezza, fluidità e ecosistema chiuso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Esclusivo per iPhone e iPod Touch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garantiti per molti anni dopo il rilascio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Store: controllo qualità elevato sulle applicazioni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 sicurezza: isolamento app, Face ID / Touch ID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eccellenti grazie all'integrazione hardware-software (chip A-series)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Apple: si integra con Mac, iPad, Apple Watch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Svantaggio: personalizzazione limitata rispetto ad Android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Svantaggio: dispositivi con prezzo elevato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Svantaggio: nessun accesso diretto al file system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Confronto tra i principali SO per PC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visione d'insieme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Windows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macOS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Linux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ChromeOS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Costo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 pagamento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Gratuito*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(*hardware Apple)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Gratuito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Gratuito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Difficoltà d'uso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Facile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Facile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Media-Alta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Molto facile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Gaming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⭐⭐⭐⭐⭐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Sicurezza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⭐⭐⭐⭐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⭐⭐⭐⭐⭐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⭐⭐⭐⭐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Personalizzazione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⭐⭐⭐⭐⭐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Compatibilità hw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Massima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Solo Apple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</a:rPr>
                        <a:t>Solo Chromebook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Sistemi Operativi per Smart TV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L'OS entra nel salotto di casa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TV / Google TV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051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Basato su Android · Google Play · Assistente Google · Chromecast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9144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65960"/>
            <a:ext cx="109728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Tizen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(Samsung)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proprietario Samsung · Veloce · App SmartThings integrate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9144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063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intuitiva a barre · Alexa e Google Assistant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77640"/>
            <a:ext cx="10972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 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(Amazon)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069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Basato su Android · Alexa · Ottimizzato per Prime Video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Sicurezza nei Sistemi Operativi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Protezione e vulnerabilità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 è il primo livello di difesa contro attacchi software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Mode garantisce che i programmi non possano accedere direttamente all'hardware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storicamente più vulnerabile, ma Windows Defender offre protezione integrata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macOS: minor superficie d'attacco grazie all'ecosistema chiuso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architettura sicura, permessi rigidi, usato in server critici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ChromeOS: sandboxing totale — ogni tab è isolata dalle altre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di sicurezza regolari sono fondamentali per tutti i 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rigido controllo App Store + isolamento applicazioni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rischio maggiore da APK di terze parti non verificati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Scegliere il SO Giusto?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 dalle esigenze dell'utente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 Gamer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005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Windows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051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compatibilità titoli, DirectX, hardware dedicato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7315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8105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Creativo / Designer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8105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macOS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856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Adobe, Final Cut, Logic Pro — ottimizzazione hardware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69464"/>
            <a:ext cx="8412480" cy="7315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6151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Sviluppatore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61518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Linux / macOS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6609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nativo, server-like, Docker, gestione pacchetti avanzata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8412480" cy="7315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41985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 Studente 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4198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ChromeOS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46557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Economico, semplice, cloud, tutto nel browser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8412480" cy="7315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2245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Mobile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42245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Android / iOS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4270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= flessibilità; iOS = sicurezza e ecosistema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 è il cuore di ogni dispositivo digitale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un SO migliore in assoluto: ogni sistema serve un'esigenza specifica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domina il mercato PC, macOS punta alla qualità, Linux alla libertà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 iOS dividono il mondo mobile, ChromeOS cresce nell'istruzione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sicurezza è un criterio sempre più cruciale nella scelta del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L'evoluzione del SO riflette quella dell'intera informatica: da schede perforate ai chip 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Operativi</dc:title>
  <dc:subject>PptxGenJS Presentation</dc:subject>
  <dc:creator>PptxGenJS</dc:creator>
  <cp:lastModifiedBy>PptxGenJS</cp:lastModifiedBy>
  <cp:revision>1</cp:revision>
  <dcterms:created xsi:type="dcterms:W3CDTF">2026-05-07T09:58:17Z</dcterms:created>
  <dcterms:modified xsi:type="dcterms:W3CDTF">2026-05-07T09:58:17Z</dcterms:modified>
</cp:coreProperties>
</file>